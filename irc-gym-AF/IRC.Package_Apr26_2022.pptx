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4" r:id="rId9"/>
    <p:sldId id="265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774ECA-940D-4357-A519-6618AD424855}" v="528" dt="2022-04-26T05:58:37.3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94" autoAdjust="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 Zhe" userId="a934bb196ec91494" providerId="LiveId" clId="{F3774ECA-940D-4357-A519-6618AD424855}"/>
    <pc:docChg chg="undo custSel addSld delSld modSld">
      <pc:chgData name="Li Zhe" userId="a934bb196ec91494" providerId="LiveId" clId="{F3774ECA-940D-4357-A519-6618AD424855}" dt="2022-04-28T15:25:17.050" v="1568" actId="21"/>
      <pc:docMkLst>
        <pc:docMk/>
      </pc:docMkLst>
      <pc:sldChg chg="addSp modSp mod">
        <pc:chgData name="Li Zhe" userId="a934bb196ec91494" providerId="LiveId" clId="{F3774ECA-940D-4357-A519-6618AD424855}" dt="2022-04-26T06:08:21.871" v="1477" actId="1036"/>
        <pc:sldMkLst>
          <pc:docMk/>
          <pc:sldMk cId="3937670451" sldId="257"/>
        </pc:sldMkLst>
        <pc:spChg chg="mod">
          <ac:chgData name="Li Zhe" userId="a934bb196ec91494" providerId="LiveId" clId="{F3774ECA-940D-4357-A519-6618AD424855}" dt="2022-04-26T05:17:00.550" v="1407" actId="20577"/>
          <ac:spMkLst>
            <pc:docMk/>
            <pc:sldMk cId="3937670451" sldId="257"/>
            <ac:spMk id="3" creationId="{588ED2F4-7639-46A3-816D-49C85299C724}"/>
          </ac:spMkLst>
        </pc:spChg>
        <pc:spChg chg="add mod">
          <ac:chgData name="Li Zhe" userId="a934bb196ec91494" providerId="LiveId" clId="{F3774ECA-940D-4357-A519-6618AD424855}" dt="2022-04-26T06:08:21.871" v="1477" actId="1036"/>
          <ac:spMkLst>
            <pc:docMk/>
            <pc:sldMk cId="3937670451" sldId="257"/>
            <ac:spMk id="5" creationId="{7CBB17E5-207A-4028-BEDE-7A4AD0772302}"/>
          </ac:spMkLst>
        </pc:spChg>
        <pc:picChg chg="add mod">
          <ac:chgData name="Li Zhe" userId="a934bb196ec91494" providerId="LiveId" clId="{F3774ECA-940D-4357-A519-6618AD424855}" dt="2022-04-26T06:08:21.871" v="1477" actId="1036"/>
          <ac:picMkLst>
            <pc:docMk/>
            <pc:sldMk cId="3937670451" sldId="257"/>
            <ac:picMk id="4" creationId="{0DE627FF-9EA7-4D06-8849-065D4372BFDE}"/>
          </ac:picMkLst>
        </pc:picChg>
      </pc:sldChg>
      <pc:sldChg chg="addSp delSp modSp new mod">
        <pc:chgData name="Li Zhe" userId="a934bb196ec91494" providerId="LiveId" clId="{F3774ECA-940D-4357-A519-6618AD424855}" dt="2022-04-28T15:25:17.050" v="1568" actId="21"/>
        <pc:sldMkLst>
          <pc:docMk/>
          <pc:sldMk cId="3684667650" sldId="258"/>
        </pc:sldMkLst>
        <pc:spChg chg="mod">
          <ac:chgData name="Li Zhe" userId="a934bb196ec91494" providerId="LiveId" clId="{F3774ECA-940D-4357-A519-6618AD424855}" dt="2022-04-26T02:07:08.250" v="22" actId="20577"/>
          <ac:spMkLst>
            <pc:docMk/>
            <pc:sldMk cId="3684667650" sldId="258"/>
            <ac:spMk id="2" creationId="{726AE274-8F72-4CBD-BBEC-8912B5A7B5B1}"/>
          </ac:spMkLst>
        </pc:spChg>
        <pc:spChg chg="del">
          <ac:chgData name="Li Zhe" userId="a934bb196ec91494" providerId="LiveId" clId="{F3774ECA-940D-4357-A519-6618AD424855}" dt="2022-04-26T02:34:20.896" v="23" actId="22"/>
          <ac:spMkLst>
            <pc:docMk/>
            <pc:sldMk cId="3684667650" sldId="258"/>
            <ac:spMk id="3" creationId="{C7BC977F-9E0E-4FD7-9FFF-928F78C19496}"/>
          </ac:spMkLst>
        </pc:spChg>
        <pc:spChg chg="add del mod">
          <ac:chgData name="Li Zhe" userId="a934bb196ec91494" providerId="LiveId" clId="{F3774ECA-940D-4357-A519-6618AD424855}" dt="2022-04-26T03:49:05.943" v="1028" actId="22"/>
          <ac:spMkLst>
            <pc:docMk/>
            <pc:sldMk cId="3684667650" sldId="258"/>
            <ac:spMk id="4" creationId="{B2111CA0-6565-4B23-BD43-673F503C58CE}"/>
          </ac:spMkLst>
        </pc:spChg>
        <pc:spChg chg="add del mod">
          <ac:chgData name="Li Zhe" userId="a934bb196ec91494" providerId="LiveId" clId="{F3774ECA-940D-4357-A519-6618AD424855}" dt="2022-04-26T02:35:36.019" v="74" actId="22"/>
          <ac:spMkLst>
            <pc:docMk/>
            <pc:sldMk cId="3684667650" sldId="258"/>
            <ac:spMk id="7" creationId="{28BA4767-F14A-4006-8ADF-019438611652}"/>
          </ac:spMkLst>
        </pc:spChg>
        <pc:spChg chg="add del mod">
          <ac:chgData name="Li Zhe" userId="a934bb196ec91494" providerId="LiveId" clId="{F3774ECA-940D-4357-A519-6618AD424855}" dt="2022-04-26T03:51:30.532" v="1030" actId="22"/>
          <ac:spMkLst>
            <pc:docMk/>
            <pc:sldMk cId="3684667650" sldId="258"/>
            <ac:spMk id="11" creationId="{3CC9A3AE-3CA2-49BC-B369-DB793D3D86A0}"/>
          </ac:spMkLst>
        </pc:spChg>
        <pc:picChg chg="add del mod">
          <ac:chgData name="Li Zhe" userId="a934bb196ec91494" providerId="LiveId" clId="{F3774ECA-940D-4357-A519-6618AD424855}" dt="2022-04-28T15:25:17.050" v="1568" actId="21"/>
          <ac:picMkLst>
            <pc:docMk/>
            <pc:sldMk cId="3684667650" sldId="258"/>
            <ac:picMk id="4" creationId="{6597DEA2-5A47-40DE-BF6E-6EBCDA7A1F47}"/>
          </ac:picMkLst>
        </pc:picChg>
        <pc:picChg chg="add del mod ord">
          <ac:chgData name="Li Zhe" userId="a934bb196ec91494" providerId="LiveId" clId="{F3774ECA-940D-4357-A519-6618AD424855}" dt="2022-04-26T02:34:59.019" v="73" actId="478"/>
          <ac:picMkLst>
            <pc:docMk/>
            <pc:sldMk cId="3684667650" sldId="258"/>
            <ac:picMk id="5" creationId="{86645680-A1FF-4BD4-A760-ABFD006820CD}"/>
          </ac:picMkLst>
        </pc:picChg>
        <pc:picChg chg="add del">
          <ac:chgData name="Li Zhe" userId="a934bb196ec91494" providerId="LiveId" clId="{F3774ECA-940D-4357-A519-6618AD424855}" dt="2022-04-26T03:49:04.738" v="1027" actId="22"/>
          <ac:picMkLst>
            <pc:docMk/>
            <pc:sldMk cId="3684667650" sldId="258"/>
            <ac:picMk id="6" creationId="{A545E7E5-B458-4199-B5AC-E3016686CC7E}"/>
          </ac:picMkLst>
        </pc:picChg>
        <pc:picChg chg="add del mod ord">
          <ac:chgData name="Li Zhe" userId="a934bb196ec91494" providerId="LiveId" clId="{F3774ECA-940D-4357-A519-6618AD424855}" dt="2022-04-26T03:51:28.754" v="1029" actId="478"/>
          <ac:picMkLst>
            <pc:docMk/>
            <pc:sldMk cId="3684667650" sldId="258"/>
            <ac:picMk id="8" creationId="{1891FEBA-5D78-451C-9A08-9E7833011451}"/>
          </ac:picMkLst>
        </pc:picChg>
        <pc:picChg chg="add del mod ord">
          <ac:chgData name="Li Zhe" userId="a934bb196ec91494" providerId="LiveId" clId="{F3774ECA-940D-4357-A519-6618AD424855}" dt="2022-04-26T03:49:03.584" v="1025" actId="478"/>
          <ac:picMkLst>
            <pc:docMk/>
            <pc:sldMk cId="3684667650" sldId="258"/>
            <ac:picMk id="9" creationId="{0903473E-F98E-4069-B276-138225AFAD22}"/>
          </ac:picMkLst>
        </pc:picChg>
        <pc:picChg chg="add mod ord">
          <ac:chgData name="Li Zhe" userId="a934bb196ec91494" providerId="LiveId" clId="{F3774ECA-940D-4357-A519-6618AD424855}" dt="2022-04-26T03:51:30.532" v="1030" actId="22"/>
          <ac:picMkLst>
            <pc:docMk/>
            <pc:sldMk cId="3684667650" sldId="258"/>
            <ac:picMk id="13" creationId="{FA2E2B25-E8BB-45CB-9654-0C4A279F9AF6}"/>
          </ac:picMkLst>
        </pc:picChg>
      </pc:sldChg>
      <pc:sldChg chg="addSp delSp modSp new mod modClrScheme chgLayout modNotesTx">
        <pc:chgData name="Li Zhe" userId="a934bb196ec91494" providerId="LiveId" clId="{F3774ECA-940D-4357-A519-6618AD424855}" dt="2022-04-26T16:56:49.721" v="1556" actId="20577"/>
        <pc:sldMkLst>
          <pc:docMk/>
          <pc:sldMk cId="383141554" sldId="259"/>
        </pc:sldMkLst>
        <pc:spChg chg="mod ord">
          <ac:chgData name="Li Zhe" userId="a934bb196ec91494" providerId="LiveId" clId="{F3774ECA-940D-4357-A519-6618AD424855}" dt="2022-04-26T02:36:35.881" v="112" actId="700"/>
          <ac:spMkLst>
            <pc:docMk/>
            <pc:sldMk cId="383141554" sldId="259"/>
            <ac:spMk id="2" creationId="{70ECEFC9-446B-4BFC-BEFF-5183AFFA21D0}"/>
          </ac:spMkLst>
        </pc:spChg>
        <pc:spChg chg="del">
          <ac:chgData name="Li Zhe" userId="a934bb196ec91494" providerId="LiveId" clId="{F3774ECA-940D-4357-A519-6618AD424855}" dt="2022-04-26T02:36:35.881" v="112" actId="700"/>
          <ac:spMkLst>
            <pc:docMk/>
            <pc:sldMk cId="383141554" sldId="259"/>
            <ac:spMk id="3" creationId="{B2E8A3C5-F0A3-4490-BA59-7C1F5869773F}"/>
          </ac:spMkLst>
        </pc:spChg>
        <pc:spChg chg="add mod">
          <ac:chgData name="Li Zhe" userId="a934bb196ec91494" providerId="LiveId" clId="{F3774ECA-940D-4357-A519-6618AD424855}" dt="2022-04-26T03:33:52.145" v="859" actId="1076"/>
          <ac:spMkLst>
            <pc:docMk/>
            <pc:sldMk cId="383141554" sldId="259"/>
            <ac:spMk id="3" creationId="{EDE98E2E-2709-44A6-983D-B585C2434345}"/>
          </ac:spMkLst>
        </pc:spChg>
        <pc:spChg chg="add mod">
          <ac:chgData name="Li Zhe" userId="a934bb196ec91494" providerId="LiveId" clId="{F3774ECA-940D-4357-A519-6618AD424855}" dt="2022-04-26T03:11:48.419" v="225" actId="14100"/>
          <ac:spMkLst>
            <pc:docMk/>
            <pc:sldMk cId="383141554" sldId="259"/>
            <ac:spMk id="9" creationId="{51C038E1-50FD-4A61-9D85-12835978CB58}"/>
          </ac:spMkLst>
        </pc:spChg>
        <pc:spChg chg="add mod">
          <ac:chgData name="Li Zhe" userId="a934bb196ec91494" providerId="LiveId" clId="{F3774ECA-940D-4357-A519-6618AD424855}" dt="2022-04-26T03:13:52.149" v="281" actId="13822"/>
          <ac:spMkLst>
            <pc:docMk/>
            <pc:sldMk cId="383141554" sldId="259"/>
            <ac:spMk id="10" creationId="{953C84BE-160B-4919-A251-AC2180E4DF31}"/>
          </ac:spMkLst>
        </pc:spChg>
        <pc:spChg chg="add mod">
          <ac:chgData name="Li Zhe" userId="a934bb196ec91494" providerId="LiveId" clId="{F3774ECA-940D-4357-A519-6618AD424855}" dt="2022-04-26T03:11:56.729" v="233" actId="14100"/>
          <ac:spMkLst>
            <pc:docMk/>
            <pc:sldMk cId="383141554" sldId="259"/>
            <ac:spMk id="12" creationId="{899546EB-D277-4C1F-8A51-F33C43EE6468}"/>
          </ac:spMkLst>
        </pc:spChg>
        <pc:graphicFrameChg chg="add del mod modGraphic">
          <ac:chgData name="Li Zhe" userId="a934bb196ec91494" providerId="LiveId" clId="{F3774ECA-940D-4357-A519-6618AD424855}" dt="2022-04-26T02:50:48.763" v="125" actId="478"/>
          <ac:graphicFrameMkLst>
            <pc:docMk/>
            <pc:sldMk cId="383141554" sldId="259"/>
            <ac:graphicFrameMk id="4" creationId="{62B11C74-7B09-4B09-8D8C-C7C790CD8316}"/>
          </ac:graphicFrameMkLst>
        </pc:graphicFrameChg>
        <pc:graphicFrameChg chg="add mod modGraphic">
          <ac:chgData name="Li Zhe" userId="a934bb196ec91494" providerId="LiveId" clId="{F3774ECA-940D-4357-A519-6618AD424855}" dt="2022-04-26T02:53:28.923" v="148" actId="1076"/>
          <ac:graphicFrameMkLst>
            <pc:docMk/>
            <pc:sldMk cId="383141554" sldId="259"/>
            <ac:graphicFrameMk id="5" creationId="{0FDC3C09-1E96-45D8-A464-BEA26B75B1CA}"/>
          </ac:graphicFrameMkLst>
        </pc:graphicFrameChg>
        <pc:graphicFrameChg chg="add mod modGraphic">
          <ac:chgData name="Li Zhe" userId="a934bb196ec91494" providerId="LiveId" clId="{F3774ECA-940D-4357-A519-6618AD424855}" dt="2022-04-26T02:53:39.286" v="150" actId="1076"/>
          <ac:graphicFrameMkLst>
            <pc:docMk/>
            <pc:sldMk cId="383141554" sldId="259"/>
            <ac:graphicFrameMk id="6" creationId="{F6B4A5DA-F6BB-4E90-B8E0-757ABD364351}"/>
          </ac:graphicFrameMkLst>
        </pc:graphicFrameChg>
        <pc:picChg chg="add mod">
          <ac:chgData name="Li Zhe" userId="a934bb196ec91494" providerId="LiveId" clId="{F3774ECA-940D-4357-A519-6618AD424855}" dt="2022-04-26T03:09:40.109" v="189" actId="1076"/>
          <ac:picMkLst>
            <pc:docMk/>
            <pc:sldMk cId="383141554" sldId="259"/>
            <ac:picMk id="8" creationId="{ED86B0AF-F764-4379-8F9E-48022095AA67}"/>
          </ac:picMkLst>
        </pc:picChg>
        <pc:picChg chg="add mod">
          <ac:chgData name="Li Zhe" userId="a934bb196ec91494" providerId="LiveId" clId="{F3774ECA-940D-4357-A519-6618AD424855}" dt="2022-04-26T03:09:40.109" v="189" actId="1076"/>
          <ac:picMkLst>
            <pc:docMk/>
            <pc:sldMk cId="383141554" sldId="259"/>
            <ac:picMk id="1026" creationId="{F590470D-3494-44DC-88B5-84FBF9F7ED9C}"/>
          </ac:picMkLst>
        </pc:picChg>
        <pc:picChg chg="add mod">
          <ac:chgData name="Li Zhe" userId="a934bb196ec91494" providerId="LiveId" clId="{F3774ECA-940D-4357-A519-6618AD424855}" dt="2022-04-26T03:09:40.109" v="189" actId="1076"/>
          <ac:picMkLst>
            <pc:docMk/>
            <pc:sldMk cId="383141554" sldId="259"/>
            <ac:picMk id="1028" creationId="{A0D316F4-212D-4E01-A2FA-AC72EE9712A6}"/>
          </ac:picMkLst>
        </pc:picChg>
      </pc:sldChg>
      <pc:sldChg chg="addSp delSp modSp new mod">
        <pc:chgData name="Li Zhe" userId="a934bb196ec91494" providerId="LiveId" clId="{F3774ECA-940D-4357-A519-6618AD424855}" dt="2022-04-26T05:27:04.265" v="1470" actId="12788"/>
        <pc:sldMkLst>
          <pc:docMk/>
          <pc:sldMk cId="1647560792" sldId="260"/>
        </pc:sldMkLst>
        <pc:spChg chg="mod">
          <ac:chgData name="Li Zhe" userId="a934bb196ec91494" providerId="LiveId" clId="{F3774ECA-940D-4357-A519-6618AD424855}" dt="2022-04-26T03:14:13.429" v="300" actId="20577"/>
          <ac:spMkLst>
            <pc:docMk/>
            <pc:sldMk cId="1647560792" sldId="260"/>
            <ac:spMk id="2" creationId="{08F3FC83-F7FA-432F-B266-A870A6124DE6}"/>
          </ac:spMkLst>
        </pc:spChg>
        <pc:spChg chg="add del mod">
          <ac:chgData name="Li Zhe" userId="a934bb196ec91494" providerId="LiveId" clId="{F3774ECA-940D-4357-A519-6618AD424855}" dt="2022-04-26T03:14:40.379" v="303" actId="478"/>
          <ac:spMkLst>
            <pc:docMk/>
            <pc:sldMk cId="1647560792" sldId="260"/>
            <ac:spMk id="3" creationId="{9578575F-6C05-4EC8-81C4-7FD04E3A4B9A}"/>
          </ac:spMkLst>
        </pc:spChg>
        <pc:spChg chg="add mod">
          <ac:chgData name="Li Zhe" userId="a934bb196ec91494" providerId="LiveId" clId="{F3774ECA-940D-4357-A519-6618AD424855}" dt="2022-04-26T03:17:49.318" v="415" actId="14100"/>
          <ac:spMkLst>
            <pc:docMk/>
            <pc:sldMk cId="1647560792" sldId="260"/>
            <ac:spMk id="4" creationId="{254BBA27-D637-4997-8C3D-639C0569B924}"/>
          </ac:spMkLst>
        </pc:spChg>
        <pc:spChg chg="add mod">
          <ac:chgData name="Li Zhe" userId="a934bb196ec91494" providerId="LiveId" clId="{F3774ECA-940D-4357-A519-6618AD424855}" dt="2022-04-26T03:17:53.854" v="416" actId="14100"/>
          <ac:spMkLst>
            <pc:docMk/>
            <pc:sldMk cId="1647560792" sldId="260"/>
            <ac:spMk id="11" creationId="{DD3B4B0B-7347-43E7-9259-293C795D2F03}"/>
          </ac:spMkLst>
        </pc:spChg>
        <pc:picChg chg="add del mod">
          <ac:chgData name="Li Zhe" userId="a934bb196ec91494" providerId="LiveId" clId="{F3774ECA-940D-4357-A519-6618AD424855}" dt="2022-04-26T03:14:40.379" v="303" actId="478"/>
          <ac:picMkLst>
            <pc:docMk/>
            <pc:sldMk cId="1647560792" sldId="260"/>
            <ac:picMk id="1025" creationId="{6F0EDF8D-D601-4344-BF98-5D36E74CCE2C}"/>
          </ac:picMkLst>
        </pc:picChg>
        <pc:picChg chg="add del mod">
          <ac:chgData name="Li Zhe" userId="a934bb196ec91494" providerId="LiveId" clId="{F3774ECA-940D-4357-A519-6618AD424855}" dt="2022-04-26T03:14:40.379" v="303" actId="478"/>
          <ac:picMkLst>
            <pc:docMk/>
            <pc:sldMk cId="1647560792" sldId="260"/>
            <ac:picMk id="1026" creationId="{14B5B863-94FD-4ED4-A7BE-3197A46AC588}"/>
          </ac:picMkLst>
        </pc:picChg>
        <pc:picChg chg="add del mod">
          <ac:chgData name="Li Zhe" userId="a934bb196ec91494" providerId="LiveId" clId="{F3774ECA-940D-4357-A519-6618AD424855}" dt="2022-04-26T03:14:40.379" v="303" actId="478"/>
          <ac:picMkLst>
            <pc:docMk/>
            <pc:sldMk cId="1647560792" sldId="260"/>
            <ac:picMk id="1027" creationId="{36454508-DB0C-4483-93DA-7B4C25C9C2FB}"/>
          </ac:picMkLst>
        </pc:picChg>
        <pc:picChg chg="add mod">
          <ac:chgData name="Li Zhe" userId="a934bb196ec91494" providerId="LiveId" clId="{F3774ECA-940D-4357-A519-6618AD424855}" dt="2022-04-26T05:27:04.265" v="1470" actId="12788"/>
          <ac:picMkLst>
            <pc:docMk/>
            <pc:sldMk cId="1647560792" sldId="260"/>
            <ac:picMk id="1029" creationId="{C526B804-E276-408B-A4F0-19754EF223D2}"/>
          </ac:picMkLst>
        </pc:picChg>
        <pc:picChg chg="add mod">
          <ac:chgData name="Li Zhe" userId="a934bb196ec91494" providerId="LiveId" clId="{F3774ECA-940D-4357-A519-6618AD424855}" dt="2022-04-26T05:27:04.265" v="1470" actId="12788"/>
          <ac:picMkLst>
            <pc:docMk/>
            <pc:sldMk cId="1647560792" sldId="260"/>
            <ac:picMk id="1030" creationId="{75D7C2BF-0499-4D92-87FB-31A83E1A273D}"/>
          </ac:picMkLst>
        </pc:picChg>
        <pc:picChg chg="add mod">
          <ac:chgData name="Li Zhe" userId="a934bb196ec91494" providerId="LiveId" clId="{F3774ECA-940D-4357-A519-6618AD424855}" dt="2022-04-26T05:27:04.265" v="1470" actId="12788"/>
          <ac:picMkLst>
            <pc:docMk/>
            <pc:sldMk cId="1647560792" sldId="260"/>
            <ac:picMk id="1031" creationId="{ADC42C18-3B71-4910-A052-32BE03933427}"/>
          </ac:picMkLst>
        </pc:picChg>
      </pc:sldChg>
      <pc:sldChg chg="addSp delSp modSp new mod">
        <pc:chgData name="Li Zhe" userId="a934bb196ec91494" providerId="LiveId" clId="{F3774ECA-940D-4357-A519-6618AD424855}" dt="2022-04-26T04:45:37.660" v="1164" actId="1076"/>
        <pc:sldMkLst>
          <pc:docMk/>
          <pc:sldMk cId="3603700011" sldId="261"/>
        </pc:sldMkLst>
        <pc:spChg chg="mod">
          <ac:chgData name="Li Zhe" userId="a934bb196ec91494" providerId="LiveId" clId="{F3774ECA-940D-4357-A519-6618AD424855}" dt="2022-04-26T03:18:52.538" v="483" actId="20577"/>
          <ac:spMkLst>
            <pc:docMk/>
            <pc:sldMk cId="3603700011" sldId="261"/>
            <ac:spMk id="2" creationId="{4B971FDE-1997-4C53-8D09-812C02FAD75D}"/>
          </ac:spMkLst>
        </pc:spChg>
        <pc:spChg chg="add del">
          <ac:chgData name="Li Zhe" userId="a934bb196ec91494" providerId="LiveId" clId="{F3774ECA-940D-4357-A519-6618AD424855}" dt="2022-04-26T03:20:18.779" v="489"/>
          <ac:spMkLst>
            <pc:docMk/>
            <pc:sldMk cId="3603700011" sldId="261"/>
            <ac:spMk id="3" creationId="{7E07CD74-3F94-46CF-88A9-BF3DDCF5AA71}"/>
          </ac:spMkLst>
        </pc:spChg>
        <pc:spChg chg="add del">
          <ac:chgData name="Li Zhe" userId="a934bb196ec91494" providerId="LiveId" clId="{F3774ECA-940D-4357-A519-6618AD424855}" dt="2022-04-26T03:20:18.779" v="489"/>
          <ac:spMkLst>
            <pc:docMk/>
            <pc:sldMk cId="3603700011" sldId="261"/>
            <ac:spMk id="4" creationId="{317B50FD-5C37-48E7-9417-A6CC75D63810}"/>
          </ac:spMkLst>
        </pc:spChg>
        <pc:spChg chg="add mod">
          <ac:chgData name="Li Zhe" userId="a934bb196ec91494" providerId="LiveId" clId="{F3774ECA-940D-4357-A519-6618AD424855}" dt="2022-04-26T04:26:18.721" v="1131" actId="1038"/>
          <ac:spMkLst>
            <pc:docMk/>
            <pc:sldMk cId="3603700011" sldId="261"/>
            <ac:spMk id="5" creationId="{15907745-5999-4DBC-B373-108518103B74}"/>
          </ac:spMkLst>
        </pc:spChg>
        <pc:spChg chg="add mod">
          <ac:chgData name="Li Zhe" userId="a934bb196ec91494" providerId="LiveId" clId="{F3774ECA-940D-4357-A519-6618AD424855}" dt="2022-04-26T03:26:46.368" v="630" actId="1076"/>
          <ac:spMkLst>
            <pc:docMk/>
            <pc:sldMk cId="3603700011" sldId="261"/>
            <ac:spMk id="6" creationId="{00D05EF6-2769-4C83-B410-6AA6DEE4F22C}"/>
          </ac:spMkLst>
        </pc:spChg>
        <pc:spChg chg="add mod">
          <ac:chgData name="Li Zhe" userId="a934bb196ec91494" providerId="LiveId" clId="{F3774ECA-940D-4357-A519-6618AD424855}" dt="2022-04-26T04:45:37.660" v="1164" actId="1076"/>
          <ac:spMkLst>
            <pc:docMk/>
            <pc:sldMk cId="3603700011" sldId="261"/>
            <ac:spMk id="9" creationId="{EDF64274-6D3A-4BC7-9B3D-398B17D90919}"/>
          </ac:spMkLst>
        </pc:spChg>
        <pc:picChg chg="add del mod">
          <ac:chgData name="Li Zhe" userId="a934bb196ec91494" providerId="LiveId" clId="{F3774ECA-940D-4357-A519-6618AD424855}" dt="2022-04-26T03:20:17.272" v="487" actId="478"/>
          <ac:picMkLst>
            <pc:docMk/>
            <pc:sldMk cId="3603700011" sldId="261"/>
            <ac:picMk id="2050" creationId="{51C1BAC8-EF69-4557-9DF4-BAC31D54BE54}"/>
          </ac:picMkLst>
        </pc:picChg>
        <pc:picChg chg="add del">
          <ac:chgData name="Li Zhe" userId="a934bb196ec91494" providerId="LiveId" clId="{F3774ECA-940D-4357-A519-6618AD424855}" dt="2022-04-26T03:20:18.779" v="489"/>
          <ac:picMkLst>
            <pc:docMk/>
            <pc:sldMk cId="3603700011" sldId="261"/>
            <ac:picMk id="2051" creationId="{940BB1BF-E215-4B4B-89AC-4619720159E2}"/>
          </ac:picMkLst>
        </pc:picChg>
        <pc:picChg chg="add mod">
          <ac:chgData name="Li Zhe" userId="a934bb196ec91494" providerId="LiveId" clId="{F3774ECA-940D-4357-A519-6618AD424855}" dt="2022-04-26T04:25:21.371" v="1092" actId="12788"/>
          <ac:picMkLst>
            <pc:docMk/>
            <pc:sldMk cId="3603700011" sldId="261"/>
            <ac:picMk id="2055" creationId="{9CF662F4-7252-461A-85AE-D52F5F182B71}"/>
          </ac:picMkLst>
        </pc:picChg>
        <pc:cxnChg chg="add">
          <ac:chgData name="Li Zhe" userId="a934bb196ec91494" providerId="LiveId" clId="{F3774ECA-940D-4357-A519-6618AD424855}" dt="2022-04-26T04:45:15.700" v="1150" actId="11529"/>
          <ac:cxnSpMkLst>
            <pc:docMk/>
            <pc:sldMk cId="3603700011" sldId="261"/>
            <ac:cxnSpMk id="8" creationId="{4F9C48C6-BCA0-4553-800D-6BD736561FE4}"/>
          </ac:cxnSpMkLst>
        </pc:cxnChg>
      </pc:sldChg>
      <pc:sldChg chg="addSp delSp modSp new mod modClrScheme chgLayout modNotesTx">
        <pc:chgData name="Li Zhe" userId="a934bb196ec91494" providerId="LiveId" clId="{F3774ECA-940D-4357-A519-6618AD424855}" dt="2022-04-26T16:58:55.394" v="1565" actId="20577"/>
        <pc:sldMkLst>
          <pc:docMk/>
          <pc:sldMk cId="4205729156" sldId="262"/>
        </pc:sldMkLst>
        <pc:spChg chg="del mod ord">
          <ac:chgData name="Li Zhe" userId="a934bb196ec91494" providerId="LiveId" clId="{F3774ECA-940D-4357-A519-6618AD424855}" dt="2022-04-26T03:31:35.295" v="653" actId="700"/>
          <ac:spMkLst>
            <pc:docMk/>
            <pc:sldMk cId="4205729156" sldId="262"/>
            <ac:spMk id="2" creationId="{9ECBBEC0-128D-4749-99C5-7F53565D5C8D}"/>
          </ac:spMkLst>
        </pc:spChg>
        <pc:spChg chg="add mod ord">
          <ac:chgData name="Li Zhe" userId="a934bb196ec91494" providerId="LiveId" clId="{F3774ECA-940D-4357-A519-6618AD424855}" dt="2022-04-26T03:31:38.305" v="663" actId="20577"/>
          <ac:spMkLst>
            <pc:docMk/>
            <pc:sldMk cId="4205729156" sldId="262"/>
            <ac:spMk id="3" creationId="{FCCEDA8B-6390-4DA3-A70C-2D4D7891089E}"/>
          </ac:spMkLst>
        </pc:spChg>
        <pc:spChg chg="add mod ord">
          <ac:chgData name="Li Zhe" userId="a934bb196ec91494" providerId="LiveId" clId="{F3774ECA-940D-4357-A519-6618AD424855}" dt="2022-04-26T05:18:41.814" v="1455" actId="20577"/>
          <ac:spMkLst>
            <pc:docMk/>
            <pc:sldMk cId="4205729156" sldId="262"/>
            <ac:spMk id="4" creationId="{27E742D4-DF77-4DA4-93F1-281024C2B658}"/>
          </ac:spMkLst>
        </pc:spChg>
      </pc:sldChg>
      <pc:sldChg chg="addSp delSp modSp new mod">
        <pc:chgData name="Li Zhe" userId="a934bb196ec91494" providerId="LiveId" clId="{F3774ECA-940D-4357-A519-6618AD424855}" dt="2022-04-26T05:26:58.463" v="1469" actId="12788"/>
        <pc:sldMkLst>
          <pc:docMk/>
          <pc:sldMk cId="3089240059" sldId="263"/>
        </pc:sldMkLst>
        <pc:spChg chg="mod">
          <ac:chgData name="Li Zhe" userId="a934bb196ec91494" providerId="LiveId" clId="{F3774ECA-940D-4357-A519-6618AD424855}" dt="2022-04-26T03:52:14.973" v="1051" actId="20577"/>
          <ac:spMkLst>
            <pc:docMk/>
            <pc:sldMk cId="3089240059" sldId="263"/>
            <ac:spMk id="2" creationId="{C422D2A4-4E6B-4CAD-8180-5A10C3FB9F19}"/>
          </ac:spMkLst>
        </pc:spChg>
        <pc:spChg chg="add mod">
          <ac:chgData name="Li Zhe" userId="a934bb196ec91494" providerId="LiveId" clId="{F3774ECA-940D-4357-A519-6618AD424855}" dt="2022-04-26T04:30:02.620" v="1145"/>
          <ac:spMkLst>
            <pc:docMk/>
            <pc:sldMk cId="3089240059" sldId="263"/>
            <ac:spMk id="6" creationId="{AAAD4ED7-6249-4C62-BA1B-89F7DE11C8F1}"/>
          </ac:spMkLst>
        </pc:spChg>
        <pc:spChg chg="add mod">
          <ac:chgData name="Li Zhe" userId="a934bb196ec91494" providerId="LiveId" clId="{F3774ECA-940D-4357-A519-6618AD424855}" dt="2022-04-26T04:30:09.354" v="1149" actId="20577"/>
          <ac:spMkLst>
            <pc:docMk/>
            <pc:sldMk cId="3089240059" sldId="263"/>
            <ac:spMk id="7" creationId="{DD0DA87D-6069-4DA9-846F-FAB44A87F972}"/>
          </ac:spMkLst>
        </pc:spChg>
        <pc:picChg chg="add mod">
          <ac:chgData name="Li Zhe" userId="a934bb196ec91494" providerId="LiveId" clId="{F3774ECA-940D-4357-A519-6618AD424855}" dt="2022-04-26T05:26:58.463" v="1469" actId="12788"/>
          <ac:picMkLst>
            <pc:docMk/>
            <pc:sldMk cId="3089240059" sldId="263"/>
            <ac:picMk id="11" creationId="{3351E9EE-96AB-48B1-86E4-6A1936EC9B4B}"/>
          </ac:picMkLst>
        </pc:picChg>
        <pc:picChg chg="add mod">
          <ac:chgData name="Li Zhe" userId="a934bb196ec91494" providerId="LiveId" clId="{F3774ECA-940D-4357-A519-6618AD424855}" dt="2022-04-26T05:26:58.463" v="1469" actId="12788"/>
          <ac:picMkLst>
            <pc:docMk/>
            <pc:sldMk cId="3089240059" sldId="263"/>
            <ac:picMk id="12" creationId="{4DDC9301-30E9-4EA0-80A8-68D3449203F3}"/>
          </ac:picMkLst>
        </pc:picChg>
        <pc:picChg chg="add mod">
          <ac:chgData name="Li Zhe" userId="a934bb196ec91494" providerId="LiveId" clId="{F3774ECA-940D-4357-A519-6618AD424855}" dt="2022-04-26T05:26:58.463" v="1469" actId="12788"/>
          <ac:picMkLst>
            <pc:docMk/>
            <pc:sldMk cId="3089240059" sldId="263"/>
            <ac:picMk id="13" creationId="{E98F6EFF-A98E-4E95-B40C-D94944D8A54B}"/>
          </ac:picMkLst>
        </pc:picChg>
        <pc:picChg chg="add del mod">
          <ac:chgData name="Li Zhe" userId="a934bb196ec91494" providerId="LiveId" clId="{F3774ECA-940D-4357-A519-6618AD424855}" dt="2022-04-26T05:22:33.272" v="1456" actId="478"/>
          <ac:picMkLst>
            <pc:docMk/>
            <pc:sldMk cId="3089240059" sldId="263"/>
            <ac:picMk id="4097" creationId="{6E82B032-7452-4D96-AEF3-E7A8456C9CA4}"/>
          </ac:picMkLst>
        </pc:picChg>
        <pc:picChg chg="add del mod">
          <ac:chgData name="Li Zhe" userId="a934bb196ec91494" providerId="LiveId" clId="{F3774ECA-940D-4357-A519-6618AD424855}" dt="2022-04-26T05:22:33.272" v="1456" actId="478"/>
          <ac:picMkLst>
            <pc:docMk/>
            <pc:sldMk cId="3089240059" sldId="263"/>
            <ac:picMk id="4098" creationId="{E074112D-FB40-4706-BB8E-3A670B5EEAC1}"/>
          </ac:picMkLst>
        </pc:picChg>
        <pc:picChg chg="add del mod">
          <ac:chgData name="Li Zhe" userId="a934bb196ec91494" providerId="LiveId" clId="{F3774ECA-940D-4357-A519-6618AD424855}" dt="2022-04-26T05:22:33.272" v="1456" actId="478"/>
          <ac:picMkLst>
            <pc:docMk/>
            <pc:sldMk cId="3089240059" sldId="263"/>
            <ac:picMk id="4099" creationId="{3940E524-9997-41A0-8D76-A5CD684A0A3F}"/>
          </ac:picMkLst>
        </pc:picChg>
        <pc:picChg chg="add del mod">
          <ac:chgData name="Li Zhe" userId="a934bb196ec91494" providerId="LiveId" clId="{F3774ECA-940D-4357-A519-6618AD424855}" dt="2022-04-26T05:22:38.235" v="1459" actId="21"/>
          <ac:picMkLst>
            <pc:docMk/>
            <pc:sldMk cId="3089240059" sldId="263"/>
            <ac:picMk id="4100" creationId="{94A7E64F-4864-45C1-9E8B-F7B25C5BBBF8}"/>
          </ac:picMkLst>
        </pc:picChg>
        <pc:picChg chg="add del mod">
          <ac:chgData name="Li Zhe" userId="a934bb196ec91494" providerId="LiveId" clId="{F3774ECA-940D-4357-A519-6618AD424855}" dt="2022-04-26T05:22:38.235" v="1459" actId="21"/>
          <ac:picMkLst>
            <pc:docMk/>
            <pc:sldMk cId="3089240059" sldId="263"/>
            <ac:picMk id="4101" creationId="{BB714095-BBC7-4E86-960F-9FC6756D2F08}"/>
          </ac:picMkLst>
        </pc:picChg>
        <pc:picChg chg="add del mod">
          <ac:chgData name="Li Zhe" userId="a934bb196ec91494" providerId="LiveId" clId="{F3774ECA-940D-4357-A519-6618AD424855}" dt="2022-04-26T05:22:38.235" v="1459" actId="21"/>
          <ac:picMkLst>
            <pc:docMk/>
            <pc:sldMk cId="3089240059" sldId="263"/>
            <ac:picMk id="4102" creationId="{22716834-C85F-4320-8247-C1942E5D35F9}"/>
          </ac:picMkLst>
        </pc:picChg>
      </pc:sldChg>
      <pc:sldChg chg="addSp modSp new mod">
        <pc:chgData name="Li Zhe" userId="a934bb196ec91494" providerId="LiveId" clId="{F3774ECA-940D-4357-A519-6618AD424855}" dt="2022-04-26T04:45:51.665" v="1173" actId="1035"/>
        <pc:sldMkLst>
          <pc:docMk/>
          <pc:sldMk cId="1908128131" sldId="264"/>
        </pc:sldMkLst>
        <pc:spChg chg="mod">
          <ac:chgData name="Li Zhe" userId="a934bb196ec91494" providerId="LiveId" clId="{F3774ECA-940D-4357-A519-6618AD424855}" dt="2022-04-26T04:01:16.746" v="1062" actId="20577"/>
          <ac:spMkLst>
            <pc:docMk/>
            <pc:sldMk cId="1908128131" sldId="264"/>
            <ac:spMk id="2" creationId="{1706B989-4AB8-43FD-952F-220C40EE0D4A}"/>
          </ac:spMkLst>
        </pc:spChg>
        <pc:spChg chg="add mod">
          <ac:chgData name="Li Zhe" userId="a934bb196ec91494" providerId="LiveId" clId="{F3774ECA-940D-4357-A519-6618AD424855}" dt="2022-04-26T04:26:11.852" v="1127" actId="1035"/>
          <ac:spMkLst>
            <pc:docMk/>
            <pc:sldMk cId="1908128131" sldId="264"/>
            <ac:spMk id="4" creationId="{738BBC09-6FBE-478A-858B-034D6C6769B7}"/>
          </ac:spMkLst>
        </pc:spChg>
        <pc:spChg chg="add mod">
          <ac:chgData name="Li Zhe" userId="a934bb196ec91494" providerId="LiveId" clId="{F3774ECA-940D-4357-A519-6618AD424855}" dt="2022-04-26T04:45:51.665" v="1173" actId="1035"/>
          <ac:spMkLst>
            <pc:docMk/>
            <pc:sldMk cId="1908128131" sldId="264"/>
            <ac:spMk id="6" creationId="{D4EAA7A1-ABA4-4C2A-9600-6ACD32DBEC09}"/>
          </ac:spMkLst>
        </pc:spChg>
        <pc:picChg chg="add mod">
          <ac:chgData name="Li Zhe" userId="a934bb196ec91494" providerId="LiveId" clId="{F3774ECA-940D-4357-A519-6618AD424855}" dt="2022-04-26T04:25:34.832" v="1094" actId="12788"/>
          <ac:picMkLst>
            <pc:docMk/>
            <pc:sldMk cId="1908128131" sldId="264"/>
            <ac:picMk id="3074" creationId="{7119ADF3-CA28-4448-9BEE-2D896781B662}"/>
          </ac:picMkLst>
        </pc:picChg>
        <pc:cxnChg chg="add mod">
          <ac:chgData name="Li Zhe" userId="a934bb196ec91494" providerId="LiveId" clId="{F3774ECA-940D-4357-A519-6618AD424855}" dt="2022-04-26T04:45:51.665" v="1173" actId="1035"/>
          <ac:cxnSpMkLst>
            <pc:docMk/>
            <pc:sldMk cId="1908128131" sldId="264"/>
            <ac:cxnSpMk id="5" creationId="{647EFA96-848A-411B-94D3-64015E769385}"/>
          </ac:cxnSpMkLst>
        </pc:cxnChg>
      </pc:sldChg>
      <pc:sldChg chg="addSp modSp new mod">
        <pc:chgData name="Li Zhe" userId="a934bb196ec91494" providerId="LiveId" clId="{F3774ECA-940D-4357-A519-6618AD424855}" dt="2022-04-26T05:13:21.207" v="1401" actId="20577"/>
        <pc:sldMkLst>
          <pc:docMk/>
          <pc:sldMk cId="3165759423" sldId="265"/>
        </pc:sldMkLst>
        <pc:spChg chg="mod">
          <ac:chgData name="Li Zhe" userId="a934bb196ec91494" providerId="LiveId" clId="{F3774ECA-940D-4357-A519-6618AD424855}" dt="2022-04-26T04:01:50.609" v="1089" actId="20577"/>
          <ac:spMkLst>
            <pc:docMk/>
            <pc:sldMk cId="3165759423" sldId="265"/>
            <ac:spMk id="2" creationId="{DE94AFE7-DBC3-4237-AD94-A2555FDAB560}"/>
          </ac:spMkLst>
        </pc:spChg>
        <pc:spChg chg="add mod">
          <ac:chgData name="Li Zhe" userId="a934bb196ec91494" providerId="LiveId" clId="{F3774ECA-940D-4357-A519-6618AD424855}" dt="2022-04-26T05:13:21.207" v="1401" actId="20577"/>
          <ac:spMkLst>
            <pc:docMk/>
            <pc:sldMk cId="3165759423" sldId="265"/>
            <ac:spMk id="4" creationId="{E3AA8855-A517-4687-B71E-815357FD8154}"/>
          </ac:spMkLst>
        </pc:spChg>
        <pc:spChg chg="add mod">
          <ac:chgData name="Li Zhe" userId="a934bb196ec91494" providerId="LiveId" clId="{F3774ECA-940D-4357-A519-6618AD424855}" dt="2022-04-26T05:12:57.714" v="1397"/>
          <ac:spMkLst>
            <pc:docMk/>
            <pc:sldMk cId="3165759423" sldId="265"/>
            <ac:spMk id="5" creationId="{98456B6B-CEB2-4B9C-B65B-0CA601E6949F}"/>
          </ac:spMkLst>
        </pc:spChg>
        <pc:picChg chg="add mod">
          <ac:chgData name="Li Zhe" userId="a934bb196ec91494" providerId="LiveId" clId="{F3774ECA-940D-4357-A519-6618AD424855}" dt="2022-04-26T05:12:32.627" v="1394" actId="12788"/>
          <ac:picMkLst>
            <pc:docMk/>
            <pc:sldMk cId="3165759423" sldId="265"/>
            <ac:picMk id="5122" creationId="{2A5D1631-63E3-411E-B7CD-4D5C6F5C2ECA}"/>
          </ac:picMkLst>
        </pc:picChg>
      </pc:sldChg>
      <pc:sldChg chg="addSp modSp new del">
        <pc:chgData name="Li Zhe" userId="a934bb196ec91494" providerId="LiveId" clId="{F3774ECA-940D-4357-A519-6618AD424855}" dt="2022-04-26T05:11:53.308" v="1391" actId="47"/>
        <pc:sldMkLst>
          <pc:docMk/>
          <pc:sldMk cId="297760914" sldId="266"/>
        </pc:sldMkLst>
        <pc:spChg chg="add mod">
          <ac:chgData name="Li Zhe" userId="a934bb196ec91494" providerId="LiveId" clId="{F3774ECA-940D-4357-A519-6618AD424855}" dt="2022-04-26T05:09:57.449" v="1390" actId="1076"/>
          <ac:spMkLst>
            <pc:docMk/>
            <pc:sldMk cId="297760914" sldId="266"/>
            <ac:spMk id="8" creationId="{CE410F95-7915-4BA6-9D29-15F6A1D3DEA1}"/>
          </ac:spMkLst>
        </pc:spChg>
        <pc:spChg chg="add mod">
          <ac:chgData name="Li Zhe" userId="a934bb196ec91494" providerId="LiveId" clId="{F3774ECA-940D-4357-A519-6618AD424855}" dt="2022-04-26T05:09:57.449" v="1390" actId="1076"/>
          <ac:spMkLst>
            <pc:docMk/>
            <pc:sldMk cId="297760914" sldId="266"/>
            <ac:spMk id="9" creationId="{DCD5E722-0158-478F-9C96-D74DCF3FEBD2}"/>
          </ac:spMkLst>
        </pc:spChg>
        <pc:graphicFrameChg chg="add mod">
          <ac:chgData name="Li Zhe" userId="a934bb196ec91494" providerId="LiveId" clId="{F3774ECA-940D-4357-A519-6618AD424855}" dt="2022-04-26T05:09:41.321" v="1388"/>
          <ac:graphicFrameMkLst>
            <pc:docMk/>
            <pc:sldMk cId="297760914" sldId="266"/>
            <ac:graphicFrameMk id="3" creationId="{763EFC80-B8DF-42C6-A67D-70947675DB61}"/>
          </ac:graphicFrameMkLst>
        </pc:graphicFrameChg>
        <pc:graphicFrameChg chg="add mod">
          <ac:chgData name="Li Zhe" userId="a934bb196ec91494" providerId="LiveId" clId="{F3774ECA-940D-4357-A519-6618AD424855}" dt="2022-04-26T05:09:41.321" v="1388"/>
          <ac:graphicFrameMkLst>
            <pc:docMk/>
            <pc:sldMk cId="297760914" sldId="266"/>
            <ac:graphicFrameMk id="4" creationId="{8A990C4D-0F0C-4EE8-98E7-4A25A0859509}"/>
          </ac:graphicFrameMkLst>
        </pc:graphicFrameChg>
        <pc:picChg chg="add mod">
          <ac:chgData name="Li Zhe" userId="a934bb196ec91494" providerId="LiveId" clId="{F3774ECA-940D-4357-A519-6618AD424855}" dt="2022-04-26T05:09:57.449" v="1390" actId="1076"/>
          <ac:picMkLst>
            <pc:docMk/>
            <pc:sldMk cId="297760914" sldId="266"/>
            <ac:picMk id="5" creationId="{614B5232-4E9B-4129-AD34-4C1491F7F596}"/>
          </ac:picMkLst>
        </pc:picChg>
        <pc:picChg chg="add mod">
          <ac:chgData name="Li Zhe" userId="a934bb196ec91494" providerId="LiveId" clId="{F3774ECA-940D-4357-A519-6618AD424855}" dt="2022-04-26T05:09:57.449" v="1390" actId="1076"/>
          <ac:picMkLst>
            <pc:docMk/>
            <pc:sldMk cId="297760914" sldId="266"/>
            <ac:picMk id="6" creationId="{6CE31EC5-C3BD-4689-8BEA-91949E0B1F5F}"/>
          </ac:picMkLst>
        </pc:picChg>
        <pc:picChg chg="add mod">
          <ac:chgData name="Li Zhe" userId="a934bb196ec91494" providerId="LiveId" clId="{F3774ECA-940D-4357-A519-6618AD424855}" dt="2022-04-26T05:09:57.449" v="1390" actId="1076"/>
          <ac:picMkLst>
            <pc:docMk/>
            <pc:sldMk cId="297760914" sldId="266"/>
            <ac:picMk id="7" creationId="{1054881C-1B7D-4EEB-8E4F-7C89DD4DF76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1AB77E-50D9-42E5-87D8-513CD45584B7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29F02-1243-4A4C-9F00-8C966BF3F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351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29F02-1243-4A4C-9F00-8C966BF3F50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107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jax</a:t>
            </a:r>
            <a:r>
              <a:rPr lang="en-US" dirty="0"/>
              <a:t>, </a:t>
            </a:r>
            <a:r>
              <a:rPr lang="en-US" dirty="0" err="1"/>
              <a:t>brax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29F02-1243-4A4C-9F00-8C966BF3F50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066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D93F5-F4BA-4D30-88E7-31CFABBF36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3A333-A2C5-4895-8A6D-F6AB0A45A1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92D5C-123E-40C6-A9D0-6CBA2E06B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9CC76-046A-44E8-BCFA-28A9F49844BB}" type="datetime1">
              <a:rPr lang="en-US" smtClean="0"/>
              <a:t>4/28/2022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4592A-54ED-4541-B548-F83718BA7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F22E1-1118-4DE3-BA41-247E40CF7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3B32B-0FAD-490F-8FF0-9671A1FE3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705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7E84B-BDEB-4493-AEE4-419EE932D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69EC0-BF7B-4E0B-B1FE-FB2141F82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E1598-A803-45D6-A397-0F768D067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4D330-3272-448E-A723-7AA777A2A3BD}" type="datetime1">
              <a:rPr lang="en-US" smtClean="0"/>
              <a:t>4/28/2022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69597-24E9-4811-9F87-EEE4DB22F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7DC4A-B3E8-4693-A0A0-A3500C16F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3B32B-0FAD-490F-8FF0-9671A1FE3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400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FD1C9-35CF-4456-89F9-7419B929A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6305E-9A73-44C8-9239-3FA795091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A3B49-2D21-4037-95B7-55095D4E9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7FC66-377B-4C0C-B45F-A9673A8FEAA2}" type="datetime1">
              <a:rPr lang="en-US" smtClean="0"/>
              <a:t>4/28/2022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6B666-B3F0-49AA-A728-DCA9D853F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B5158-ABCD-40BD-BA7F-41824041B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3B32B-0FAD-490F-8FF0-9671A1FE3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855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8062E-AF21-4D4E-9A1E-0EDFF4245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83C7D-10B7-4BC3-A363-56A289284F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4AE761-B123-490A-822A-E2E73361E7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EEAC21-5903-4F36-A10C-F2A301020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1073A-9F06-4928-9F40-59027FD106AE}" type="datetime1">
              <a:rPr lang="en-US" smtClean="0"/>
              <a:t>4/28/2022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69763-EC78-4D2F-BCAA-A3C1AD412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931539-117B-4E6B-9251-2E8449437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3B32B-0FAD-490F-8FF0-9671A1FE3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526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41C88-E6E0-4F0F-894C-40697EED6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08DA8-D4C1-4FA5-BD50-ED88C9DAA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93B155-8549-4ADE-8E92-A6FED4FB52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24750E-9D7F-44DB-B46A-3B533C45F1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A723BA-B330-42C0-AA2B-6B682F6812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4397B8-ABBF-491B-B1AE-7D89C1502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CBCA8-BB4F-4308-97AA-8A8AE08872B6}" type="datetime1">
              <a:rPr lang="en-US" smtClean="0"/>
              <a:t>4/28/2022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3AB63F-CED6-4FBC-B690-035BC3861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011E37-84FF-414F-B5FB-8D6B0F624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3B32B-0FAD-490F-8FF0-9671A1FE3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722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71358-F51D-4315-AD2A-1779C6009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F08594-4FED-4200-8731-1DB477D75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70E1-6106-4E2A-9F57-2228251ED1A1}" type="datetime1">
              <a:rPr lang="en-US" smtClean="0"/>
              <a:t>4/28/2022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B21FEE-F394-438B-B493-BB567AD34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24FD05-2FA2-4EED-896B-2B6C6DBA1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3B32B-0FAD-490F-8FF0-9671A1FE3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71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6A4F15-DF30-4101-A29E-63B81F92C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7E686-2346-4776-B2AB-95BE058E9CE8}" type="datetime1">
              <a:rPr lang="en-US" smtClean="0"/>
              <a:t>4/28/2022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CE117-0AC2-4F26-96D9-C4624F8F8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C786C-D753-43B1-8422-339372231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3B32B-0FAD-490F-8FF0-9671A1FE3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081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3C056-70BD-4428-BBBE-BBA68FCB0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16017-EA8A-4233-8AE9-0F847047C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4B327C-2E4E-45C3-86BF-D541F0F281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4D2FC3-9D65-4891-9350-4D33E2BED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E3642-EFD8-4D4A-AC3B-05D4E9512EBD}" type="datetime1">
              <a:rPr lang="en-US" smtClean="0"/>
              <a:t>4/28/2022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6E2C78-CFC9-4B5C-B637-14087955E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4942AD-ECC5-44A1-9BDE-26240276B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3B32B-0FAD-490F-8FF0-9671A1FE3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136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06998-6361-4CA4-A4F0-C5AD650B8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E45695-3283-4B8B-8DB6-D8BE95F06D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E47FA-2946-411D-AC15-EC3A41C41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AF8540-1B11-46E6-97DF-3206BDE0A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C15FB-97A8-4AF8-B221-5A0D93946143}" type="datetime1">
              <a:rPr lang="en-US" smtClean="0"/>
              <a:t>4/28/2022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8E7C38-D05D-472A-B3F8-FE09167FF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3FED1E-6A41-4F72-A361-E3D75632A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3B32B-0FAD-490F-8FF0-9671A1FE3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065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0F9A6-AA05-4F51-BEC0-6A9F3E6BF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298259-DBE9-4C9F-9309-463D5FF08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645C3-F31A-4C45-9C1C-BA785C247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97F8D-9867-4032-8245-FAC503714D77}" type="datetime1">
              <a:rPr lang="en-US" smtClean="0"/>
              <a:t>4/28/2022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F8F54-6564-49AB-BDE3-FBEFDF2D8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D45E8-A01D-4266-B207-90C14D48B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3B32B-0FAD-490F-8FF0-9671A1FE3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581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D605FF-72F9-4A9C-B7DE-E411594E3F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0E3BD8-9B20-4431-89D8-D922E7BD3C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4585B-87B5-4D25-A7FD-520378EA1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19D52-95B9-4DD4-8194-92B9C27365D8}" type="datetime1">
              <a:rPr lang="en-US" smtClean="0"/>
              <a:t>4/28/2022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6B38D-F547-4964-AAE0-A3E06C7E2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EA4F5-64BB-49DF-B974-CB24A238A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3B32B-0FAD-490F-8FF0-9671A1FE3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653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FE4277-C14B-4238-8E2C-DC2A48463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6FD28C-84EA-435C-8B59-8DD0F9853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09D5C-81A0-45DB-A79A-F6B7B680EF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83DFB0-400A-4CE3-A311-84534B73E1C2}" type="datetime1">
              <a:rPr lang="en-US" smtClean="0"/>
              <a:t>4/28/2022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B31F6-C6C2-486E-8615-D3FD5F34DD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A61B7-C346-4288-B405-907673A70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3B32B-0FAD-490F-8FF0-9671A1FE3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942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17/06/relationships/model3d" Target="../media/model3d1.glb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microsoft.com/office/2017/06/relationships/model3d" Target="../media/model3d2.glb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2B764-5B04-43A8-B588-A8F11E6904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Inverse Rational Control (Package)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C559F2-86AA-4DB7-A70D-0015E47A72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Zhe Li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8A97A-B9C2-4F0F-B24D-A1225EB7D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3B32B-0FAD-490F-8FF0-9671A1FE361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513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1D3D7-7C40-4543-970E-7FF53E264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ED2F4-7639-46A3-816D-49C85299C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Animal behavior is not </a:t>
            </a:r>
            <a:r>
              <a:rPr lang="en-US" i="1" dirty="0"/>
              <a:t>optimal</a:t>
            </a:r>
            <a:r>
              <a:rPr lang="en-US" dirty="0"/>
              <a:t>, but </a:t>
            </a:r>
            <a:r>
              <a:rPr lang="en-US" i="1" dirty="0"/>
              <a:t>rational</a:t>
            </a:r>
            <a:r>
              <a:rPr lang="en-US" dirty="0"/>
              <a:t>.</a:t>
            </a:r>
          </a:p>
          <a:p>
            <a:r>
              <a:rPr lang="en-US" dirty="0"/>
              <a:t>Suboptimal behavior = optimal policy + incorrect assumptions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DE627FF-9EA7-4D06-8849-065D4372B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343" y="3157220"/>
            <a:ext cx="6483314" cy="22726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BB17E5-207A-4028-BEDE-7A4AD0772302}"/>
              </a:ext>
            </a:extLst>
          </p:cNvPr>
          <p:cNvSpPr txBox="1"/>
          <p:nvPr/>
        </p:nvSpPr>
        <p:spPr>
          <a:xfrm>
            <a:off x="7874552" y="5495345"/>
            <a:ext cx="154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Wu et al, 2020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8E5B8-6015-4D7F-83BB-E7B3F058C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3B32B-0FAD-490F-8FF0-9671A1FE361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670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AE274-8F72-4CBD-BBEC-8912B5A7B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Usage template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FA2E2B25-E8BB-45CB-9654-0C4A279F9A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9413" y="2372291"/>
            <a:ext cx="10193173" cy="3258005"/>
          </a:xfr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3D28FED-2AA7-4A58-97A0-E327E4926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3B32B-0FAD-490F-8FF0-9671A1FE361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667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CEFC9-446B-4BFC-BEFF-5183AFFA2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Minimal example: single-box foraging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 descr="Red Cube">
                <a:extLst>
                  <a:ext uri="{FF2B5EF4-FFF2-40B4-BE49-F238E27FC236}">
                    <a16:creationId xmlns:a16="http://schemas.microsoft.com/office/drawing/2014/main" id="{0FDC3C09-1E96-45D8-A464-BEA26B75B1CA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854116976"/>
                  </p:ext>
                </p:extLst>
              </p:nvPr>
            </p:nvGraphicFramePr>
            <p:xfrm>
              <a:off x="745278" y="1885415"/>
              <a:ext cx="3704172" cy="3588493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704172" cy="3588493"/>
                    </a:xfrm>
                    <a:prstGeom prst="rect">
                      <a:avLst/>
                    </a:prstGeom>
                  </am3d:spPr>
                  <am3d:camera>
                    <am3d:pos x="0" y="0" z="81469193"/>
                    <am3d:up dx="0" dy="36000000" dz="0"/>
                    <am3d:lookAt x="0" y="0" z="0"/>
                    <am3d:perspective fov="2589778"/>
                  </am3d:camera>
                  <am3d:trans>
                    <am3d:meterPerModelUnit n="7140529" d="1000000"/>
                    <am3d:preTrans dx="0" dy="-17999995" dz="5866"/>
                    <am3d:scale>
                      <am3d:sx n="1000000" d="1000000"/>
                      <am3d:sy n="1000000" d="1000000"/>
                      <am3d:sz n="1000000" d="1000000"/>
                    </am3d:scale>
                    <am3d:rot ax="1279316" ay="1879376" az="688219"/>
                    <am3d:postTrans dx="0" dy="0" dz="0"/>
                  </am3d:trans>
                  <am3d:raster rName="Office3DRenderer" rVer="16.0.8326">
                    <am3d:blip r:embed="rId4"/>
                  </am3d:raster>
                  <am3d:winViewport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 descr="Red Cube">
                <a:extLst>
                  <a:ext uri="{FF2B5EF4-FFF2-40B4-BE49-F238E27FC236}">
                    <a16:creationId xmlns:a16="http://schemas.microsoft.com/office/drawing/2014/main" id="{0FDC3C09-1E96-45D8-A464-BEA26B75B1C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5278" y="1885415"/>
                <a:ext cx="3704172" cy="35884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3D Model 5" descr="Dark Gray Hemisphere">
                <a:extLst>
                  <a:ext uri="{FF2B5EF4-FFF2-40B4-BE49-F238E27FC236}">
                    <a16:creationId xmlns:a16="http://schemas.microsoft.com/office/drawing/2014/main" id="{F6B4A5DA-F6BB-4E90-B8E0-757ABD364351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526830085"/>
                  </p:ext>
                </p:extLst>
              </p:nvPr>
            </p:nvGraphicFramePr>
            <p:xfrm>
              <a:off x="3289855" y="4854804"/>
              <a:ext cx="857938" cy="703945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857938" cy="703945"/>
                    </a:xfrm>
                    <a:prstGeom prst="rect">
                      <a:avLst/>
                    </a:prstGeom>
                  </am3d:spPr>
                  <am3d:camera>
                    <am3d:pos x="0" y="0" z="70522459"/>
                    <am3d:up dx="0" dy="36000000" dz="0"/>
                    <am3d:lookAt x="0" y="0" z="0"/>
                    <am3d:perspective fov="1772486"/>
                  </am3d:camera>
                  <am3d:trans>
                    <am3d:meterPerModelUnit n="6553073" d="1000000"/>
                    <am3d:preTrans dx="9" dy="-8999683" dz="-344461"/>
                    <am3d:scale>
                      <am3d:sx n="1000000" d="1000000"/>
                      <am3d:sy n="1000000" d="1000000"/>
                      <am3d:sz n="1000000" d="1000000"/>
                    </am3d:scale>
                    <am3d:rot ax="1860339" ay="3570728" az="1642777"/>
                    <am3d:postTrans dx="0" dy="0" dz="0"/>
                  </am3d:trans>
                  <am3d:raster rName="Office3DRenderer" rVer="16.0.8326">
                    <am3d:blip r:embed="rId6"/>
                  </am3d:raster>
                  <am3d:winViewport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" name="3D Model 5" descr="Dark Gray Hemisphere">
                <a:extLst>
                  <a:ext uri="{FF2B5EF4-FFF2-40B4-BE49-F238E27FC236}">
                    <a16:creationId xmlns:a16="http://schemas.microsoft.com/office/drawing/2014/main" id="{F6B4A5DA-F6BB-4E90-B8E0-757ABD36435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89855" y="4854804"/>
                <a:ext cx="857938" cy="703945"/>
              </a:xfrm>
              <a:prstGeom prst="rect">
                <a:avLst/>
              </a:prstGeom>
            </p:spPr>
          </p:pic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F590470D-3494-44DC-88B5-84FBF9F7E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7350" y="1885415"/>
            <a:ext cx="2790825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0D316F4-212D-4E01-A2FA-AC72EE9712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7349" y="3085565"/>
            <a:ext cx="2790825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86B0AF-F764-4379-8F9E-48022095AA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7348" y="4283358"/>
            <a:ext cx="2790825" cy="2595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1C038E1-50FD-4A61-9D85-12835978CB58}"/>
                  </a:ext>
                </a:extLst>
              </p:cNvPr>
              <p:cNvSpPr txBox="1"/>
              <p:nvPr/>
            </p:nvSpPr>
            <p:spPr>
              <a:xfrm>
                <a:off x="6562166" y="1885415"/>
                <a:ext cx="16203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has food: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cue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1C038E1-50FD-4A61-9D85-12835978CB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166" y="1885415"/>
                <a:ext cx="1620300" cy="369332"/>
              </a:xfrm>
              <a:prstGeom prst="rect">
                <a:avLst/>
              </a:prstGeom>
              <a:blipFill>
                <a:blip r:embed="rId10"/>
                <a:stretch>
                  <a:fillRect l="-3008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99546EB-D277-4C1F-8A51-F33C43EE6468}"/>
                  </a:ext>
                </a:extLst>
              </p:cNvPr>
              <p:cNvSpPr txBox="1"/>
              <p:nvPr/>
            </p:nvSpPr>
            <p:spPr>
              <a:xfrm>
                <a:off x="8122760" y="3267874"/>
                <a:ext cx="1899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no food: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cue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99546EB-D277-4C1F-8A51-F33C43EE64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2760" y="3267874"/>
                <a:ext cx="1899781" cy="369332"/>
              </a:xfrm>
              <a:prstGeom prst="rect">
                <a:avLst/>
              </a:prstGeom>
              <a:blipFill>
                <a:blip r:embed="rId11"/>
                <a:stretch>
                  <a:fillRect l="-2564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53C84BE-160B-4919-A251-AC2180E4DF31}"/>
                  </a:ext>
                </a:extLst>
              </p:cNvPr>
              <p:cNvSpPr txBox="1"/>
              <p:nvPr/>
            </p:nvSpPr>
            <p:spPr>
              <a:xfrm>
                <a:off x="7372316" y="5189042"/>
                <a:ext cx="2001628" cy="67101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Parameters: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appear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cue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food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53C84BE-160B-4919-A251-AC2180E4DF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2316" y="5189042"/>
                <a:ext cx="2001628" cy="671018"/>
              </a:xfrm>
              <a:prstGeom prst="rect">
                <a:avLst/>
              </a:prstGeom>
              <a:blipFill>
                <a:blip r:embed="rId12"/>
                <a:stretch>
                  <a:fillRect l="-2115" t="-3571" b="-9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DE98E2E-2709-44A6-983D-B585C2434345}"/>
              </a:ext>
            </a:extLst>
          </p:cNvPr>
          <p:cNvSpPr txBox="1"/>
          <p:nvPr/>
        </p:nvSpPr>
        <p:spPr>
          <a:xfrm>
            <a:off x="2605488" y="5499358"/>
            <a:ext cx="13687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push cost: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7FD7A-78C8-4593-8C5A-5194B97AB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3B32B-0FAD-490F-8FF0-9671A1FE361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41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3FC83-F7FA-432F-B266-A870A6124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suboptimal agent</a:t>
            </a:r>
          </a:p>
        </p:txBody>
      </p:sp>
      <p:pic>
        <p:nvPicPr>
          <p:cNvPr id="1029" name="Picture 5">
            <a:extLst>
              <a:ext uri="{FF2B5EF4-FFF2-40B4-BE49-F238E27FC236}">
                <a16:creationId xmlns:a16="http://schemas.microsoft.com/office/drawing/2014/main" id="{C526B804-E276-408B-A4F0-19754EF223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259"/>
          <a:stretch/>
        </p:blipFill>
        <p:spPr bwMode="auto">
          <a:xfrm>
            <a:off x="2967316" y="1842388"/>
            <a:ext cx="5597676" cy="147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75D7C2BF-0499-4D92-87FB-31A83E1A27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259"/>
          <a:stretch/>
        </p:blipFill>
        <p:spPr bwMode="auto">
          <a:xfrm>
            <a:off x="2967316" y="3321563"/>
            <a:ext cx="5597676" cy="147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>
            <a:extLst>
              <a:ext uri="{FF2B5EF4-FFF2-40B4-BE49-F238E27FC236}">
                <a16:creationId xmlns:a16="http://schemas.microsoft.com/office/drawing/2014/main" id="{ADC42C18-3B71-4910-A052-32BE03933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316" y="4800739"/>
            <a:ext cx="5597677" cy="176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54BBA27-D637-4997-8C3D-639C0569B924}"/>
                  </a:ext>
                </a:extLst>
              </p:cNvPr>
              <p:cNvSpPr txBox="1"/>
              <p:nvPr/>
            </p:nvSpPr>
            <p:spPr>
              <a:xfrm>
                <a:off x="838200" y="2581976"/>
                <a:ext cx="1775012" cy="1225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True parameters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appear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=0.05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cue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=0.6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food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54BBA27-D637-4997-8C3D-639C0569B9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581976"/>
                <a:ext cx="1775012" cy="1225015"/>
              </a:xfrm>
              <a:prstGeom prst="rect">
                <a:avLst/>
              </a:prstGeom>
              <a:blipFill>
                <a:blip r:embed="rId5"/>
                <a:stretch>
                  <a:fillRect l="-3093" t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D3B4B0B-7347-43E7-9259-293C795D2F03}"/>
                  </a:ext>
                </a:extLst>
              </p:cNvPr>
              <p:cNvSpPr txBox="1"/>
              <p:nvPr/>
            </p:nvSpPr>
            <p:spPr>
              <a:xfrm>
                <a:off x="8919098" y="2581975"/>
                <a:ext cx="1883373" cy="1225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Agent assumption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appear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=0.1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cue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=0.8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food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D3B4B0B-7347-43E7-9259-293C795D2F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9098" y="2581975"/>
                <a:ext cx="1883373" cy="1225015"/>
              </a:xfrm>
              <a:prstGeom prst="rect">
                <a:avLst/>
              </a:prstGeom>
              <a:blipFill>
                <a:blip r:embed="rId6"/>
                <a:stretch>
                  <a:fillRect l="-2589" t="-2985" r="-25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83A322-C327-4134-8DC9-DDA07D35C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3B32B-0FAD-490F-8FF0-9671A1FE361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560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2D2A4-4E6B-4CAD-8180-5A10C3FB9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optimal agent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AAD4ED7-6249-4C62-BA1B-89F7DE11C8F1}"/>
                  </a:ext>
                </a:extLst>
              </p:cNvPr>
              <p:cNvSpPr txBox="1"/>
              <p:nvPr/>
            </p:nvSpPr>
            <p:spPr>
              <a:xfrm>
                <a:off x="838200" y="2581976"/>
                <a:ext cx="1775012" cy="1225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True parameters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appear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=0.05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cue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=0.6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food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AAD4ED7-6249-4C62-BA1B-89F7DE11C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581976"/>
                <a:ext cx="1775012" cy="1225015"/>
              </a:xfrm>
              <a:prstGeom prst="rect">
                <a:avLst/>
              </a:prstGeom>
              <a:blipFill>
                <a:blip r:embed="rId2"/>
                <a:stretch>
                  <a:fillRect l="-3093" t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D0DA87D-6069-4DA9-846F-FAB44A87F972}"/>
                  </a:ext>
                </a:extLst>
              </p:cNvPr>
              <p:cNvSpPr txBox="1"/>
              <p:nvPr/>
            </p:nvSpPr>
            <p:spPr>
              <a:xfrm>
                <a:off x="8919098" y="2581975"/>
                <a:ext cx="1883373" cy="1225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Agent assumption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appear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=0.05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cue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=0.6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food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D0DA87D-6069-4DA9-846F-FAB44A87F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9098" y="2581975"/>
                <a:ext cx="1883373" cy="1225015"/>
              </a:xfrm>
              <a:prstGeom prst="rect">
                <a:avLst/>
              </a:prstGeom>
              <a:blipFill>
                <a:blip r:embed="rId3"/>
                <a:stretch>
                  <a:fillRect l="-2589" t="-2985" r="-25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4">
            <a:extLst>
              <a:ext uri="{FF2B5EF4-FFF2-40B4-BE49-F238E27FC236}">
                <a16:creationId xmlns:a16="http://schemas.microsoft.com/office/drawing/2014/main" id="{3351E9EE-96AB-48B1-86E4-6A1936EC9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629"/>
          <a:stretch/>
        </p:blipFill>
        <p:spPr bwMode="auto">
          <a:xfrm>
            <a:off x="2801332" y="1690688"/>
            <a:ext cx="5596128" cy="1472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5">
            <a:extLst>
              <a:ext uri="{FF2B5EF4-FFF2-40B4-BE49-F238E27FC236}">
                <a16:creationId xmlns:a16="http://schemas.microsoft.com/office/drawing/2014/main" id="{4DDC9301-30E9-4EA0-80A8-68D3449203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629"/>
          <a:stretch/>
        </p:blipFill>
        <p:spPr bwMode="auto">
          <a:xfrm>
            <a:off x="2801332" y="3162923"/>
            <a:ext cx="5596128" cy="1472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>
            <a:extLst>
              <a:ext uri="{FF2B5EF4-FFF2-40B4-BE49-F238E27FC236}">
                <a16:creationId xmlns:a16="http://schemas.microsoft.com/office/drawing/2014/main" id="{E98F6EFF-A98E-4E95-B40C-D94944D8A5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332" y="4635158"/>
            <a:ext cx="5596128" cy="1765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1E47D2-5E30-4D9B-B0E4-79AC62B4C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3B32B-0FAD-490F-8FF0-9671A1FE361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240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B971FDE-1997-4C53-8D09-812C02FAD75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Likelihood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data</m:t>
                        </m:r>
                      </m:e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model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B971FDE-1997-4C53-8D09-812C02FAD7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5" name="Picture 7">
            <a:extLst>
              <a:ext uri="{FF2B5EF4-FFF2-40B4-BE49-F238E27FC236}">
                <a16:creationId xmlns:a16="http://schemas.microsoft.com/office/drawing/2014/main" id="{9CF662F4-7252-461A-85AE-D52F5F182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371" y="2738438"/>
            <a:ext cx="7277258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tar: 6 Points 4">
            <a:extLst>
              <a:ext uri="{FF2B5EF4-FFF2-40B4-BE49-F238E27FC236}">
                <a16:creationId xmlns:a16="http://schemas.microsoft.com/office/drawing/2014/main" id="{15907745-5999-4DBC-B373-108518103B74}"/>
              </a:ext>
            </a:extLst>
          </p:cNvPr>
          <p:cNvSpPr/>
          <p:nvPr/>
        </p:nvSpPr>
        <p:spPr>
          <a:xfrm>
            <a:off x="7325090" y="3775068"/>
            <a:ext cx="215153" cy="268941"/>
          </a:xfrm>
          <a:prstGeom prst="star6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0D05EF6-2769-4C83-B410-6AA6DEE4F22C}"/>
                  </a:ext>
                </a:extLst>
              </p:cNvPr>
              <p:cNvSpPr txBox="1"/>
              <p:nvPr/>
            </p:nvSpPr>
            <p:spPr>
              <a:xfrm flipH="1">
                <a:off x="7065085" y="1591394"/>
                <a:ext cx="3934610" cy="1147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1: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0D05EF6-2769-4C83-B410-6AA6DEE4F2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065085" y="1591394"/>
                <a:ext cx="3934610" cy="11470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9C48C6-BCA0-4553-800D-6BD736561FE4}"/>
              </a:ext>
            </a:extLst>
          </p:cNvPr>
          <p:cNvCxnSpPr/>
          <p:nvPr/>
        </p:nvCxnSpPr>
        <p:spPr>
          <a:xfrm>
            <a:off x="4242062" y="2960016"/>
            <a:ext cx="12254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DF64274-6D3A-4BC7-9B3D-398B17D90919}"/>
              </a:ext>
            </a:extLst>
          </p:cNvPr>
          <p:cNvSpPr txBox="1"/>
          <p:nvPr/>
        </p:nvSpPr>
        <p:spPr>
          <a:xfrm>
            <a:off x="4306064" y="2498250"/>
            <a:ext cx="1224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Likelihood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7484E0E-1D42-4307-93EF-A0AE0409B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3B32B-0FAD-490F-8FF0-9671A1FE361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700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6B989-4AB8-43FD-952F-220C40EE0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Fewer data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119ADF3-CA28-4448-9BEE-2D896781B6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371" y="2281237"/>
            <a:ext cx="7277258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tar: 6 Points 3">
            <a:extLst>
              <a:ext uri="{FF2B5EF4-FFF2-40B4-BE49-F238E27FC236}">
                <a16:creationId xmlns:a16="http://schemas.microsoft.com/office/drawing/2014/main" id="{738BBC09-6FBE-478A-858B-034D6C6769B7}"/>
              </a:ext>
            </a:extLst>
          </p:cNvPr>
          <p:cNvSpPr/>
          <p:nvPr/>
        </p:nvSpPr>
        <p:spPr>
          <a:xfrm>
            <a:off x="7325090" y="3341430"/>
            <a:ext cx="215153" cy="268941"/>
          </a:xfrm>
          <a:prstGeom prst="star6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7EFA96-848A-411B-94D3-64015E769385}"/>
              </a:ext>
            </a:extLst>
          </p:cNvPr>
          <p:cNvCxnSpPr/>
          <p:nvPr/>
        </p:nvCxnSpPr>
        <p:spPr>
          <a:xfrm>
            <a:off x="4326903" y="2511202"/>
            <a:ext cx="12254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4EAA7A1-ABA4-4C2A-9600-6ACD32DBEC09}"/>
              </a:ext>
            </a:extLst>
          </p:cNvPr>
          <p:cNvSpPr txBox="1"/>
          <p:nvPr/>
        </p:nvSpPr>
        <p:spPr>
          <a:xfrm>
            <a:off x="4390905" y="2049436"/>
            <a:ext cx="1224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Likelihood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618F92-47D0-4D47-B8B5-427DA03A2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3B32B-0FAD-490F-8FF0-9671A1FE361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128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4AFE7-DBC3-4237-AD94-A2555FDAB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real environment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A5D1631-63E3-411E-B7CD-4D5C6F5C2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371" y="2281237"/>
            <a:ext cx="7277258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3AA8855-A517-4687-B71E-815357FD8154}"/>
                  </a:ext>
                </a:extLst>
              </p:cNvPr>
              <p:cNvSpPr txBox="1"/>
              <p:nvPr/>
            </p:nvSpPr>
            <p:spPr>
              <a:xfrm>
                <a:off x="682359" y="1940953"/>
                <a:ext cx="1775012" cy="1225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True parameters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appear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=0.2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cue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=0.4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food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3AA8855-A517-4687-B71E-815357FD8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59" y="1940953"/>
                <a:ext cx="1775012" cy="1225015"/>
              </a:xfrm>
              <a:prstGeom prst="rect">
                <a:avLst/>
              </a:prstGeom>
              <a:blipFill>
                <a:blip r:embed="rId3"/>
                <a:stretch>
                  <a:fillRect l="-3093" t="-2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tar: 6 Points 4">
            <a:extLst>
              <a:ext uri="{FF2B5EF4-FFF2-40B4-BE49-F238E27FC236}">
                <a16:creationId xmlns:a16="http://schemas.microsoft.com/office/drawing/2014/main" id="{98456B6B-CEB2-4B9C-B65B-0CA601E6949F}"/>
              </a:ext>
            </a:extLst>
          </p:cNvPr>
          <p:cNvSpPr/>
          <p:nvPr/>
        </p:nvSpPr>
        <p:spPr>
          <a:xfrm>
            <a:off x="7325090" y="3341430"/>
            <a:ext cx="215153" cy="268941"/>
          </a:xfrm>
          <a:prstGeom prst="star6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74EFD7-B846-4D8B-8AF9-881906CE7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3B32B-0FAD-490F-8FF0-9671A1FE361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759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CCEDA8B-6390-4DA3-A70C-2D4D78910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7E742D4-DF77-4DA4-93F1-281024C2B6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Implement parallel computation of training rational agents</a:t>
                </a:r>
              </a:p>
              <a:p>
                <a:r>
                  <a:rPr lang="en-US" dirty="0"/>
                  <a:t>Estimate complete policy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 from individual policies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Append environment parameter to observation (belief), and learn the complete policy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 directly</a:t>
                </a:r>
              </a:p>
              <a:p>
                <a:r>
                  <a:rPr lang="en-US" dirty="0"/>
                  <a:t>Demonstrate incorrect assumption about environment structure (superstition)</a:t>
                </a:r>
              </a:p>
              <a:p>
                <a:r>
                  <a:rPr lang="en-US" dirty="0"/>
                  <a:t>Add observation noise, action noise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7E742D4-DF77-4DA4-93F1-281024C2B6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 r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190634-31EA-44D5-856F-F0F9EBE90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3B32B-0FAD-490F-8FF0-9671A1FE361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729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1359</TotalTime>
  <Words>202</Words>
  <Application>Microsoft Office PowerPoint</Application>
  <PresentationFormat>Widescreen</PresentationFormat>
  <Paragraphs>61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Inverse Rational Control (Package)</vt:lpstr>
      <vt:lpstr>Hypothesis</vt:lpstr>
      <vt:lpstr>Usage template</vt:lpstr>
      <vt:lpstr>Minimal example: single-box foraging</vt:lpstr>
      <vt:lpstr>A suboptimal agent</vt:lpstr>
      <vt:lpstr>An optimal agent</vt:lpstr>
      <vt:lpstr>Likelihood p(data│model)</vt:lpstr>
      <vt:lpstr>Fewer data</vt:lpstr>
      <vt:lpstr>Different real environment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Inverse Rational Control (Package)</dc:title>
  <dc:creator>Li Zhe</dc:creator>
  <cp:lastModifiedBy>Li Zhe</cp:lastModifiedBy>
  <cp:revision>1</cp:revision>
  <dcterms:created xsi:type="dcterms:W3CDTF">2022-04-26T02:00:55Z</dcterms:created>
  <dcterms:modified xsi:type="dcterms:W3CDTF">2022-04-28T15:25:23Z</dcterms:modified>
</cp:coreProperties>
</file>